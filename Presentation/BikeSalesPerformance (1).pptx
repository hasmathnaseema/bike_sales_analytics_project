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Figtree"/>
      <p:regular r:id="rId17"/>
      <p:bold r:id="rId18"/>
      <p:italic r:id="rId19"/>
      <p:boldItalic r:id="rId20"/>
    </p:embeddedFont>
    <p:embeddedFont>
      <p:font typeface="Jost Light"/>
      <p:regular r:id="rId21"/>
      <p:bold r:id="rId22"/>
      <p:italic r:id="rId23"/>
      <p:boldItalic r:id="rId24"/>
    </p:embeddedFont>
    <p:embeddedFont>
      <p:font typeface="Figtree Light"/>
      <p:regular r:id="rId25"/>
      <p:bold r:id="rId26"/>
      <p:italic r:id="rId27"/>
      <p:boldItalic r:id="rId28"/>
    </p:embeddedFont>
    <p:embeddedFont>
      <p:font typeface="Jos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gtree-boldItalic.fntdata"/><Relationship Id="rId22" Type="http://schemas.openxmlformats.org/officeDocument/2006/relationships/font" Target="fonts/JostLight-bold.fntdata"/><Relationship Id="rId21" Type="http://schemas.openxmlformats.org/officeDocument/2006/relationships/font" Target="fonts/JostLight-regular.fntdata"/><Relationship Id="rId24" Type="http://schemas.openxmlformats.org/officeDocument/2006/relationships/font" Target="fonts/JostLight-boldItalic.fntdata"/><Relationship Id="rId23" Type="http://schemas.openxmlformats.org/officeDocument/2006/relationships/font" Target="fonts/JostLigh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gtreeLight-bold.fntdata"/><Relationship Id="rId25" Type="http://schemas.openxmlformats.org/officeDocument/2006/relationships/font" Target="fonts/FigtreeLight-regular.fntdata"/><Relationship Id="rId28" Type="http://schemas.openxmlformats.org/officeDocument/2006/relationships/font" Target="fonts/FigtreeLight-boldItalic.fntdata"/><Relationship Id="rId27" Type="http://schemas.openxmlformats.org/officeDocument/2006/relationships/font" Target="fonts/Figtree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os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Jost-italic.fntdata"/><Relationship Id="rId30" Type="http://schemas.openxmlformats.org/officeDocument/2006/relationships/font" Target="fonts/Jost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Jos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Figtree-regular.fntdata"/><Relationship Id="rId16" Type="http://schemas.openxmlformats.org/officeDocument/2006/relationships/slide" Target="slides/slide11.xml"/><Relationship Id="rId19" Type="http://schemas.openxmlformats.org/officeDocument/2006/relationships/font" Target="fonts/Figtree-italic.fntdata"/><Relationship Id="rId18" Type="http://schemas.openxmlformats.org/officeDocument/2006/relationships/font" Target="fonts/Figtree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91fcc8d4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91fcc8d4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91fcc8d47c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91fcc8d47c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91fcc8d47c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91fcc8d47c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91fcc8d47c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91fcc8d47c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91fcc8d47c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91fcc8d47c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91fcc8d47c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91fcc8d47c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91fcc8d47c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91fcc8d47c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91fcc8d47c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91fcc8d47c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91fcc8d47c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91fcc8d47c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91fcc8d47c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91fcc8d47c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91fcc8d47c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91fcc8d47c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7_1_1_1_1_1_1_1_1_1_1_1_1_1_1_1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225" y="1298200"/>
            <a:ext cx="27120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28225" y="4579187"/>
            <a:ext cx="73104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Figtree Light"/>
              <a:buNone/>
              <a:defRPr sz="800"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228225" y="2260925"/>
            <a:ext cx="5340300" cy="267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3" type="title"/>
          </p:nvPr>
        </p:nvSpPr>
        <p:spPr>
          <a:xfrm>
            <a:off x="189618" y="1545733"/>
            <a:ext cx="82785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172525" y="0"/>
            <a:ext cx="1971600" cy="51435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809850" y="12695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2" type="title"/>
          </p:nvPr>
        </p:nvSpPr>
        <p:spPr>
          <a:xfrm>
            <a:off x="3154650" y="349505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3"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4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5" type="title"/>
          </p:nvPr>
        </p:nvSpPr>
        <p:spPr>
          <a:xfrm>
            <a:off x="3809850" y="17146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6" type="title"/>
          </p:nvPr>
        </p:nvSpPr>
        <p:spPr>
          <a:xfrm>
            <a:off x="3809850" y="21597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7" type="title"/>
          </p:nvPr>
        </p:nvSpPr>
        <p:spPr>
          <a:xfrm>
            <a:off x="3809850" y="259398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8" type="title"/>
          </p:nvPr>
        </p:nvSpPr>
        <p:spPr>
          <a:xfrm>
            <a:off x="3809850" y="3036613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9" type="title"/>
          </p:nvPr>
        </p:nvSpPr>
        <p:spPr>
          <a:xfrm>
            <a:off x="3809850" y="347923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3" type="title"/>
          </p:nvPr>
        </p:nvSpPr>
        <p:spPr>
          <a:xfrm>
            <a:off x="3154650" y="3049925"/>
            <a:ext cx="592800" cy="368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4" type="title"/>
          </p:nvPr>
        </p:nvSpPr>
        <p:spPr>
          <a:xfrm>
            <a:off x="3154650" y="2604813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5" type="title"/>
          </p:nvPr>
        </p:nvSpPr>
        <p:spPr>
          <a:xfrm>
            <a:off x="3154650" y="215970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6" type="title"/>
          </p:nvPr>
        </p:nvSpPr>
        <p:spPr>
          <a:xfrm>
            <a:off x="3154650" y="17145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7" type="title"/>
          </p:nvPr>
        </p:nvSpPr>
        <p:spPr>
          <a:xfrm>
            <a:off x="3154650" y="12694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8" type="title"/>
          </p:nvPr>
        </p:nvSpPr>
        <p:spPr>
          <a:xfrm>
            <a:off x="228600" y="457200"/>
            <a:ext cx="5762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1">
  <p:cSld name="CUSTOM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4"/>
          <p:cNvSpPr/>
          <p:nvPr>
            <p:ph idx="3" type="pic"/>
          </p:nvPr>
        </p:nvSpPr>
        <p:spPr>
          <a:xfrm>
            <a:off x="3044117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4"/>
          <p:cNvSpPr/>
          <p:nvPr>
            <p:ph idx="4" type="pic"/>
          </p:nvPr>
        </p:nvSpPr>
        <p:spPr>
          <a:xfrm>
            <a:off x="6088233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228675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5" type="title"/>
          </p:nvPr>
        </p:nvSpPr>
        <p:spPr>
          <a:xfrm>
            <a:off x="228675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" type="body"/>
          </p:nvPr>
        </p:nvSpPr>
        <p:spPr>
          <a:xfrm>
            <a:off x="228675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1" name="Google Shape;41;p4"/>
          <p:cNvSpPr txBox="1"/>
          <p:nvPr>
            <p:ph idx="6" type="title"/>
          </p:nvPr>
        </p:nvSpPr>
        <p:spPr>
          <a:xfrm>
            <a:off x="3235367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7" type="title"/>
          </p:nvPr>
        </p:nvSpPr>
        <p:spPr>
          <a:xfrm>
            <a:off x="3235367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8" type="body"/>
          </p:nvPr>
        </p:nvSpPr>
        <p:spPr>
          <a:xfrm>
            <a:off x="3241214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4" name="Google Shape;44;p4"/>
          <p:cNvSpPr txBox="1"/>
          <p:nvPr>
            <p:ph idx="9" type="title"/>
          </p:nvPr>
        </p:nvSpPr>
        <p:spPr>
          <a:xfrm>
            <a:off x="6279483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3" type="title"/>
          </p:nvPr>
        </p:nvSpPr>
        <p:spPr>
          <a:xfrm>
            <a:off x="6279483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14" type="body"/>
          </p:nvPr>
        </p:nvSpPr>
        <p:spPr>
          <a:xfrm>
            <a:off x="6285328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2">
  <p:cSld name="CUSTOM_1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9" name="Google Shape;49;p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228600" y="457200"/>
            <a:ext cx="62823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4" type="title"/>
          </p:nvPr>
        </p:nvSpPr>
        <p:spPr>
          <a:xfrm>
            <a:off x="33987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5" type="title"/>
          </p:nvPr>
        </p:nvSpPr>
        <p:spPr>
          <a:xfrm>
            <a:off x="33987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6" type="title"/>
          </p:nvPr>
        </p:nvSpPr>
        <p:spPr>
          <a:xfrm>
            <a:off x="1807977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7" type="title"/>
          </p:nvPr>
        </p:nvSpPr>
        <p:spPr>
          <a:xfrm>
            <a:off x="1807977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8" type="title"/>
          </p:nvPr>
        </p:nvSpPr>
        <p:spPr>
          <a:xfrm>
            <a:off x="327554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9" type="title"/>
          </p:nvPr>
        </p:nvSpPr>
        <p:spPr>
          <a:xfrm>
            <a:off x="327554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13" type="title"/>
          </p:nvPr>
        </p:nvSpPr>
        <p:spPr>
          <a:xfrm>
            <a:off x="4743373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14" type="title"/>
          </p:nvPr>
        </p:nvSpPr>
        <p:spPr>
          <a:xfrm>
            <a:off x="4743373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15" type="title"/>
          </p:nvPr>
        </p:nvSpPr>
        <p:spPr>
          <a:xfrm>
            <a:off x="6205996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16" type="title"/>
          </p:nvPr>
        </p:nvSpPr>
        <p:spPr>
          <a:xfrm>
            <a:off x="6205996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7" type="title"/>
          </p:nvPr>
        </p:nvSpPr>
        <p:spPr>
          <a:xfrm>
            <a:off x="7683660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idx="18" type="title"/>
          </p:nvPr>
        </p:nvSpPr>
        <p:spPr>
          <a:xfrm>
            <a:off x="7683660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4" name="Google Shape;64;p5"/>
          <p:cNvSpPr/>
          <p:nvPr>
            <p:ph idx="19" type="pic"/>
          </p:nvPr>
        </p:nvSpPr>
        <p:spPr>
          <a:xfrm>
            <a:off x="1726022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5" name="Google Shape;65;p5"/>
          <p:cNvSpPr/>
          <p:nvPr>
            <p:ph idx="20" type="pic"/>
          </p:nvPr>
        </p:nvSpPr>
        <p:spPr>
          <a:xfrm>
            <a:off x="3194345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6" name="Google Shape;66;p5"/>
          <p:cNvSpPr/>
          <p:nvPr>
            <p:ph idx="21" type="pic"/>
          </p:nvPr>
        </p:nvSpPr>
        <p:spPr>
          <a:xfrm>
            <a:off x="4662668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7" name="Google Shape;67;p5"/>
          <p:cNvSpPr/>
          <p:nvPr>
            <p:ph idx="22" type="pic"/>
          </p:nvPr>
        </p:nvSpPr>
        <p:spPr>
          <a:xfrm>
            <a:off x="613099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8" name="Google Shape;68;p5"/>
          <p:cNvSpPr/>
          <p:nvPr>
            <p:ph idx="23" type="pic"/>
          </p:nvPr>
        </p:nvSpPr>
        <p:spPr>
          <a:xfrm>
            <a:off x="7599313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9" name="Google Shape;69;p5"/>
          <p:cNvSpPr/>
          <p:nvPr>
            <p:ph idx="24" type="pic"/>
          </p:nvPr>
        </p:nvSpPr>
        <p:spPr>
          <a:xfrm>
            <a:off x="25770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8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3" type="title"/>
          </p:nvPr>
        </p:nvSpPr>
        <p:spPr>
          <a:xfrm>
            <a:off x="228600" y="457200"/>
            <a:ext cx="4296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1">
  <p:cSld name="CUSTOM_8_1_1_1_1_1_1_1_1_1_1_1_1_1_1_1_1_1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6" name="Google Shape;76;p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2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pic>
        <p:nvPicPr>
          <p:cNvPr descr="Free Images : landscape, nature, horizon, mountain, sky, night ..." id="78" name="Google Shape;78;p7"/>
          <p:cNvPicPr preferRelativeResize="0"/>
          <p:nvPr/>
        </p:nvPicPr>
        <p:blipFill rotWithShape="1">
          <a:blip r:embed="rId2">
            <a:alphaModFix/>
          </a:blip>
          <a:srcRect b="0" l="23232" r="29975" t="0"/>
          <a:stretch/>
        </p:blipFill>
        <p:spPr>
          <a:xfrm>
            <a:off x="7541887" y="0"/>
            <a:ext cx="160407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7"/>
          <p:cNvSpPr txBox="1"/>
          <p:nvPr>
            <p:ph idx="1" type="subTitle"/>
          </p:nvPr>
        </p:nvSpPr>
        <p:spPr>
          <a:xfrm>
            <a:off x="228950" y="1419750"/>
            <a:ext cx="51549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80" name="Google Shape;80;p7"/>
          <p:cNvSpPr/>
          <p:nvPr/>
        </p:nvSpPr>
        <p:spPr>
          <a:xfrm>
            <a:off x="6077650" y="0"/>
            <a:ext cx="1462200" cy="51435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1">
  <p:cSld name="CUSTOM_8_1_1_1_1_1_1_1_1_1_1_1_1_1_1_1_1_1_1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3" name="Google Shape;83;p8"/>
          <p:cNvSpPr/>
          <p:nvPr/>
        </p:nvSpPr>
        <p:spPr>
          <a:xfrm rot="10800000">
            <a:off x="3156575" y="250"/>
            <a:ext cx="59835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4" name="Google Shape;84;p8"/>
          <p:cNvSpPr txBox="1"/>
          <p:nvPr/>
        </p:nvSpPr>
        <p:spPr>
          <a:xfrm>
            <a:off x="4102943" y="10423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5" name="Google Shape;85;p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" name="Google Shape;87;p8"/>
          <p:cNvSpPr txBox="1"/>
          <p:nvPr>
            <p:ph idx="3" type="title"/>
          </p:nvPr>
        </p:nvSpPr>
        <p:spPr>
          <a:xfrm>
            <a:off x="228600" y="457200"/>
            <a:ext cx="29259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8" name="Google Shape;88;p8"/>
          <p:cNvSpPr txBox="1"/>
          <p:nvPr>
            <p:ph idx="1" type="subTitle"/>
          </p:nvPr>
        </p:nvSpPr>
        <p:spPr>
          <a:xfrm>
            <a:off x="4102950" y="1631400"/>
            <a:ext cx="40890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89" name="Google Shape;89;p8"/>
          <p:cNvSpPr txBox="1"/>
          <p:nvPr>
            <p:ph idx="4" type="subTitle"/>
          </p:nvPr>
        </p:nvSpPr>
        <p:spPr>
          <a:xfrm>
            <a:off x="228600" y="39677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90" name="Google Shape;90;p8"/>
          <p:cNvSpPr/>
          <p:nvPr>
            <p:ph idx="5" type="pic"/>
          </p:nvPr>
        </p:nvSpPr>
        <p:spPr>
          <a:xfrm>
            <a:off x="228800" y="1707600"/>
            <a:ext cx="1951200" cy="20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2">
  <p:cSld name="CUSTOM_8_1_1_1_1_1_1_1_1_1_1_1_1_1_1_1_1_1_1_1_1_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/>
          <p:nvPr/>
        </p:nvSpPr>
        <p:spPr>
          <a:xfrm rot="-5400000">
            <a:off x="3054300" y="1196700"/>
            <a:ext cx="3946800" cy="39468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3" name="Google Shape;93;p9"/>
          <p:cNvSpPr/>
          <p:nvPr/>
        </p:nvSpPr>
        <p:spPr>
          <a:xfrm rot="5400000">
            <a:off x="6262500" y="0"/>
            <a:ext cx="2881500" cy="2881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4" name="Google Shape;94;p9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9"/>
          <p:cNvSpPr txBox="1"/>
          <p:nvPr/>
        </p:nvSpPr>
        <p:spPr>
          <a:xfrm>
            <a:off x="3455693" y="2282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6" name="Google Shape;96;p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4" type="title"/>
          </p:nvPr>
        </p:nvSpPr>
        <p:spPr>
          <a:xfrm>
            <a:off x="228600" y="3429000"/>
            <a:ext cx="34326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9" name="Google Shape;99;p9"/>
          <p:cNvSpPr txBox="1"/>
          <p:nvPr>
            <p:ph idx="1" type="subTitle"/>
          </p:nvPr>
        </p:nvSpPr>
        <p:spPr>
          <a:xfrm>
            <a:off x="3455700" y="817300"/>
            <a:ext cx="49593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00" name="Google Shape;100;p9"/>
          <p:cNvSpPr txBox="1"/>
          <p:nvPr>
            <p:ph idx="5" type="subTitle"/>
          </p:nvPr>
        </p:nvSpPr>
        <p:spPr>
          <a:xfrm>
            <a:off x="228600" y="37391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3">
  <p:cSld name="CUSTOM_8_1_1_1_1_1_1_1_1_1_1_1_1_1_1_1_1_1_1_1_1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3" name="Google Shape;103;p10"/>
          <p:cNvSpPr/>
          <p:nvPr/>
        </p:nvSpPr>
        <p:spPr>
          <a:xfrm rot="10800000">
            <a:off x="4619975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4" name="Google Shape;104;p1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3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7" name="Google Shape;107;p10"/>
          <p:cNvSpPr txBox="1"/>
          <p:nvPr>
            <p:ph idx="1" type="subTitle"/>
          </p:nvPr>
        </p:nvSpPr>
        <p:spPr>
          <a:xfrm>
            <a:off x="230075" y="882000"/>
            <a:ext cx="3716700" cy="112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8" name="Google Shape;108;p10"/>
          <p:cNvSpPr txBox="1"/>
          <p:nvPr>
            <p:ph idx="4" type="body"/>
          </p:nvPr>
        </p:nvSpPr>
        <p:spPr>
          <a:xfrm>
            <a:off x="230075" y="3492500"/>
            <a:ext cx="3462600" cy="71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09" name="Google Shape;109;p10"/>
          <p:cNvSpPr/>
          <p:nvPr>
            <p:ph idx="5" type="pic"/>
          </p:nvPr>
        </p:nvSpPr>
        <p:spPr>
          <a:xfrm>
            <a:off x="5520400" y="921875"/>
            <a:ext cx="2724900" cy="3293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8_1_1_1_1_1_1_1_1_1_1_1_1_1_1_1_1_1_1_1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/>
          <p:nvPr/>
        </p:nvSpPr>
        <p:spPr>
          <a:xfrm rot="8100000">
            <a:off x="1338758" y="1905656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2" name="Google Shape;112;p11"/>
          <p:cNvSpPr/>
          <p:nvPr/>
        </p:nvSpPr>
        <p:spPr>
          <a:xfrm rot="-2700000">
            <a:off x="3109572" y="-1459928"/>
            <a:ext cx="2922755" cy="2922755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4" name="Google Shape;114;p1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" name="Google Shape;115;p11"/>
          <p:cNvSpPr txBox="1"/>
          <p:nvPr>
            <p:ph idx="1" type="subTitle"/>
          </p:nvPr>
        </p:nvSpPr>
        <p:spPr>
          <a:xfrm>
            <a:off x="230075" y="154804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16" name="Google Shape;116;p11"/>
          <p:cNvSpPr txBox="1"/>
          <p:nvPr>
            <p:ph idx="3" type="title"/>
          </p:nvPr>
        </p:nvSpPr>
        <p:spPr>
          <a:xfrm>
            <a:off x="228600" y="1960022"/>
            <a:ext cx="7224600" cy="12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USTOM_8_1_1_1_1_1_1_1_1_1_1_1_1_1_1_1_1_1_1_1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19" name="Google Shape;119;p1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20" name="Google Shape;120;p12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1" type="subTitle"/>
          </p:nvPr>
        </p:nvSpPr>
        <p:spPr>
          <a:xfrm>
            <a:off x="1638400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2" name="Google Shape;122;p12"/>
          <p:cNvSpPr txBox="1"/>
          <p:nvPr>
            <p:ph idx="4" type="subTitle"/>
          </p:nvPr>
        </p:nvSpPr>
        <p:spPr>
          <a:xfrm>
            <a:off x="30997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3" name="Google Shape;123;p12"/>
          <p:cNvSpPr txBox="1"/>
          <p:nvPr>
            <p:ph idx="5" type="subTitle"/>
          </p:nvPr>
        </p:nvSpPr>
        <p:spPr>
          <a:xfrm>
            <a:off x="45636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4" name="Google Shape;124;p12"/>
          <p:cNvSpPr txBox="1"/>
          <p:nvPr>
            <p:ph idx="6" type="subTitle"/>
          </p:nvPr>
        </p:nvSpPr>
        <p:spPr>
          <a:xfrm>
            <a:off x="6024925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5" name="Google Shape;125;p12"/>
          <p:cNvSpPr txBox="1"/>
          <p:nvPr>
            <p:ph idx="7" type="subTitle"/>
          </p:nvPr>
        </p:nvSpPr>
        <p:spPr>
          <a:xfrm>
            <a:off x="7521175" y="1547546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6" name="Google Shape;126;p12"/>
          <p:cNvSpPr txBox="1"/>
          <p:nvPr>
            <p:ph idx="8" type="subTitle"/>
          </p:nvPr>
        </p:nvSpPr>
        <p:spPr>
          <a:xfrm>
            <a:off x="381000" y="213148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7" name="Google Shape;127;p12"/>
          <p:cNvSpPr txBox="1"/>
          <p:nvPr>
            <p:ph idx="9" type="subTitle"/>
          </p:nvPr>
        </p:nvSpPr>
        <p:spPr>
          <a:xfrm>
            <a:off x="381000" y="268793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8" name="Google Shape;128;p12"/>
          <p:cNvSpPr txBox="1"/>
          <p:nvPr>
            <p:ph idx="13" type="subTitle"/>
          </p:nvPr>
        </p:nvSpPr>
        <p:spPr>
          <a:xfrm>
            <a:off x="381000" y="32386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9" name="Google Shape;129;p12"/>
          <p:cNvSpPr txBox="1"/>
          <p:nvPr>
            <p:ph idx="14" type="subTitle"/>
          </p:nvPr>
        </p:nvSpPr>
        <p:spPr>
          <a:xfrm>
            <a:off x="381000" y="379505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0" name="Google Shape;130;p12"/>
          <p:cNvSpPr txBox="1"/>
          <p:nvPr>
            <p:ph idx="15" type="subTitle"/>
          </p:nvPr>
        </p:nvSpPr>
        <p:spPr>
          <a:xfrm>
            <a:off x="381000" y="43515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CUSTOM_8_1_1_1_1_1_1_1_1_1_1_1_1_1_1_1_1_1_1_1_1_1_1_1_2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/>
          <p:nvPr/>
        </p:nvSpPr>
        <p:spPr>
          <a:xfrm flipH="1">
            <a:off x="6286500" y="0"/>
            <a:ext cx="2857500" cy="28575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3" name="Google Shape;133;p13"/>
          <p:cNvSpPr/>
          <p:nvPr/>
        </p:nvSpPr>
        <p:spPr>
          <a:xfrm rot="10800000">
            <a:off x="0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4903325" y="10727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35" name="Google Shape;135;p13"/>
          <p:cNvSpPr txBox="1"/>
          <p:nvPr>
            <p:ph idx="2" type="body"/>
          </p:nvPr>
        </p:nvSpPr>
        <p:spPr>
          <a:xfrm>
            <a:off x="4903325" y="20186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36" name="Google Shape;136;p1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38" name="Google Shape;138;p13"/>
          <p:cNvSpPr/>
          <p:nvPr>
            <p:ph idx="4" type="pic"/>
          </p:nvPr>
        </p:nvSpPr>
        <p:spPr>
          <a:xfrm>
            <a:off x="230075" y="457200"/>
            <a:ext cx="3681600" cy="23097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13"/>
          <p:cNvSpPr txBox="1"/>
          <p:nvPr>
            <p:ph idx="5" type="title"/>
          </p:nvPr>
        </p:nvSpPr>
        <p:spPr>
          <a:xfrm>
            <a:off x="230075" y="2993600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0" name="Google Shape;140;p13"/>
          <p:cNvSpPr txBox="1"/>
          <p:nvPr>
            <p:ph idx="6" type="body"/>
          </p:nvPr>
        </p:nvSpPr>
        <p:spPr>
          <a:xfrm>
            <a:off x="230075" y="3515700"/>
            <a:ext cx="36816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41" name="Google Shape;141;p13"/>
          <p:cNvSpPr txBox="1"/>
          <p:nvPr>
            <p:ph idx="7" type="body"/>
          </p:nvPr>
        </p:nvSpPr>
        <p:spPr>
          <a:xfrm>
            <a:off x="4903325" y="2964575"/>
            <a:ext cx="3681600" cy="44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42" name="Google Shape;142;p13"/>
          <p:cNvSpPr txBox="1"/>
          <p:nvPr>
            <p:ph idx="8" type="subTitle"/>
          </p:nvPr>
        </p:nvSpPr>
        <p:spPr>
          <a:xfrm>
            <a:off x="4903325" y="26537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43" name="Google Shape;143;p13"/>
          <p:cNvSpPr txBox="1"/>
          <p:nvPr>
            <p:ph idx="9" type="subTitle"/>
          </p:nvPr>
        </p:nvSpPr>
        <p:spPr>
          <a:xfrm>
            <a:off x="4903325" y="17078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44" name="Google Shape;144;p13"/>
          <p:cNvSpPr txBox="1"/>
          <p:nvPr>
            <p:ph idx="13" type="subTitle"/>
          </p:nvPr>
        </p:nvSpPr>
        <p:spPr>
          <a:xfrm>
            <a:off x="4903325" y="7619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ards">
  <p:cSld name="CUSTOM_8_1_1_1_1_1_1_1_1_1_1_1_1_1_1_1_1_1_1_1_1_1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7" name="Google Shape;147;p1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8" name="Google Shape;148;p1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9" name="Google Shape;149;p14"/>
          <p:cNvSpPr txBox="1"/>
          <p:nvPr>
            <p:ph idx="1" type="body"/>
          </p:nvPr>
        </p:nvSpPr>
        <p:spPr>
          <a:xfrm>
            <a:off x="228600" y="882000"/>
            <a:ext cx="2514300" cy="6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0" name="Google Shape;150;p14"/>
          <p:cNvSpPr txBox="1"/>
          <p:nvPr>
            <p:ph idx="4" type="subTitle"/>
          </p:nvPr>
        </p:nvSpPr>
        <p:spPr>
          <a:xfrm>
            <a:off x="34332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51" name="Google Shape;151;p14"/>
          <p:cNvSpPr txBox="1"/>
          <p:nvPr>
            <p:ph idx="5" type="subTitle"/>
          </p:nvPr>
        </p:nvSpPr>
        <p:spPr>
          <a:xfrm>
            <a:off x="473367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CUSTOM_8_1_1_1_1_1_1_1_1_1_1_1_1_1_1_1_1_1_1_1_1_1_1_1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4" name="Google Shape;154;p1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4637600" y="432627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6" name="Google Shape;156;p15"/>
          <p:cNvSpPr txBox="1"/>
          <p:nvPr>
            <p:ph idx="3" type="subTitle"/>
          </p:nvPr>
        </p:nvSpPr>
        <p:spPr>
          <a:xfrm>
            <a:off x="1603898" y="4342896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57" name="Google Shape;157;p15"/>
          <p:cNvSpPr txBox="1"/>
          <p:nvPr>
            <p:ph idx="4" type="subTitle"/>
          </p:nvPr>
        </p:nvSpPr>
        <p:spPr>
          <a:xfrm>
            <a:off x="330825" y="418932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8" name="Google Shape;158;p15"/>
          <p:cNvSpPr txBox="1"/>
          <p:nvPr>
            <p:ph idx="5" type="body"/>
          </p:nvPr>
        </p:nvSpPr>
        <p:spPr>
          <a:xfrm>
            <a:off x="4637600" y="332264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9" name="Google Shape;159;p15"/>
          <p:cNvSpPr txBox="1"/>
          <p:nvPr>
            <p:ph idx="6" type="subTitle"/>
          </p:nvPr>
        </p:nvSpPr>
        <p:spPr>
          <a:xfrm>
            <a:off x="1603898" y="3339267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0" name="Google Shape;160;p15"/>
          <p:cNvSpPr txBox="1"/>
          <p:nvPr>
            <p:ph idx="7" type="subTitle"/>
          </p:nvPr>
        </p:nvSpPr>
        <p:spPr>
          <a:xfrm>
            <a:off x="330825" y="318569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" name="Google Shape;161;p15"/>
          <p:cNvSpPr txBox="1"/>
          <p:nvPr>
            <p:ph idx="8" type="body"/>
          </p:nvPr>
        </p:nvSpPr>
        <p:spPr>
          <a:xfrm>
            <a:off x="4637600" y="234198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62" name="Google Shape;162;p15"/>
          <p:cNvSpPr txBox="1"/>
          <p:nvPr>
            <p:ph idx="9" type="subTitle"/>
          </p:nvPr>
        </p:nvSpPr>
        <p:spPr>
          <a:xfrm>
            <a:off x="1603898" y="2358608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3" name="Google Shape;163;p15"/>
          <p:cNvSpPr txBox="1"/>
          <p:nvPr>
            <p:ph idx="13" type="subTitle"/>
          </p:nvPr>
        </p:nvSpPr>
        <p:spPr>
          <a:xfrm>
            <a:off x="330825" y="2205037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4" name="Google Shape;164;p15"/>
          <p:cNvSpPr txBox="1"/>
          <p:nvPr>
            <p:ph idx="14" type="body"/>
          </p:nvPr>
        </p:nvSpPr>
        <p:spPr>
          <a:xfrm>
            <a:off x="4637600" y="136132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65" name="Google Shape;165;p15"/>
          <p:cNvSpPr txBox="1"/>
          <p:nvPr>
            <p:ph idx="15" type="subTitle"/>
          </p:nvPr>
        </p:nvSpPr>
        <p:spPr>
          <a:xfrm>
            <a:off x="1603898" y="1377949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6" name="Google Shape;166;p15"/>
          <p:cNvSpPr txBox="1"/>
          <p:nvPr>
            <p:ph idx="16" type="subTitle"/>
          </p:nvPr>
        </p:nvSpPr>
        <p:spPr>
          <a:xfrm>
            <a:off x="330825" y="1224378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7" name="Google Shape;167;p15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ards">
  <p:cSld name="CUSTOM_8_1_1_1_1_1_1_1_1_1_1_1_1_1_1_1_1_1_1_1_1_1_1_1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 txBox="1"/>
          <p:nvPr>
            <p:ph idx="1" type="body"/>
          </p:nvPr>
        </p:nvSpPr>
        <p:spPr>
          <a:xfrm>
            <a:off x="3316788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70" name="Google Shape;170;p1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71" name="Google Shape;171;p1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72" name="Google Shape;172;p16"/>
          <p:cNvSpPr txBox="1"/>
          <p:nvPr>
            <p:ph idx="3" type="subTitle"/>
          </p:nvPr>
        </p:nvSpPr>
        <p:spPr>
          <a:xfrm>
            <a:off x="355609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3" name="Google Shape;173;p16"/>
          <p:cNvSpPr txBox="1"/>
          <p:nvPr>
            <p:ph idx="4" type="body"/>
          </p:nvPr>
        </p:nvSpPr>
        <p:spPr>
          <a:xfrm>
            <a:off x="387450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74" name="Google Shape;174;p16"/>
          <p:cNvSpPr txBox="1"/>
          <p:nvPr>
            <p:ph idx="5" type="subTitle"/>
          </p:nvPr>
        </p:nvSpPr>
        <p:spPr>
          <a:xfrm>
            <a:off x="3284965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5" name="Google Shape;175;p16"/>
          <p:cNvSpPr txBox="1"/>
          <p:nvPr>
            <p:ph idx="6" type="subTitle"/>
          </p:nvPr>
        </p:nvSpPr>
        <p:spPr>
          <a:xfrm>
            <a:off x="6213059" y="5605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6" name="Google Shape;176;p16"/>
          <p:cNvSpPr txBox="1"/>
          <p:nvPr>
            <p:ph idx="7" type="body"/>
          </p:nvPr>
        </p:nvSpPr>
        <p:spPr>
          <a:xfrm>
            <a:off x="6244900" y="15267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2">
  <p:cSld name="CUSTOM_8_1_1_1_1_1_1_1_1_1_1_1_1_1_1_1_1_1_1_1_1_1_1_1_1_1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/>
          <p:nvPr/>
        </p:nvSpPr>
        <p:spPr>
          <a:xfrm rot="10800000">
            <a:off x="-25" y="250"/>
            <a:ext cx="3066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230934" y="1805263"/>
            <a:ext cx="37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🡖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80" name="Google Shape;180;p1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2" name="Google Shape;182;p17"/>
          <p:cNvSpPr txBox="1"/>
          <p:nvPr>
            <p:ph idx="3" type="title"/>
          </p:nvPr>
        </p:nvSpPr>
        <p:spPr>
          <a:xfrm>
            <a:off x="230937" y="1593450"/>
            <a:ext cx="237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1" type="body"/>
          </p:nvPr>
        </p:nvSpPr>
        <p:spPr>
          <a:xfrm>
            <a:off x="230938" y="2041800"/>
            <a:ext cx="2378700" cy="9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4" name="Google Shape;184;p17"/>
          <p:cNvSpPr txBox="1"/>
          <p:nvPr>
            <p:ph idx="4" type="body"/>
          </p:nvPr>
        </p:nvSpPr>
        <p:spPr>
          <a:xfrm>
            <a:off x="34393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5" name="Google Shape;185;p17"/>
          <p:cNvSpPr txBox="1"/>
          <p:nvPr>
            <p:ph idx="5" type="subTitle"/>
          </p:nvPr>
        </p:nvSpPr>
        <p:spPr>
          <a:xfrm>
            <a:off x="34393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6" type="body"/>
          </p:nvPr>
        </p:nvSpPr>
        <p:spPr>
          <a:xfrm>
            <a:off x="34393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7" name="Google Shape;187;p17"/>
          <p:cNvSpPr txBox="1"/>
          <p:nvPr>
            <p:ph idx="7" type="subTitle"/>
          </p:nvPr>
        </p:nvSpPr>
        <p:spPr>
          <a:xfrm>
            <a:off x="34393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8" name="Google Shape;188;p17"/>
          <p:cNvSpPr txBox="1"/>
          <p:nvPr>
            <p:ph idx="8" type="body"/>
          </p:nvPr>
        </p:nvSpPr>
        <p:spPr>
          <a:xfrm>
            <a:off x="63132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9" name="Google Shape;189;p17"/>
          <p:cNvSpPr txBox="1"/>
          <p:nvPr>
            <p:ph idx="9" type="subTitle"/>
          </p:nvPr>
        </p:nvSpPr>
        <p:spPr>
          <a:xfrm>
            <a:off x="63132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90" name="Google Shape;190;p17"/>
          <p:cNvSpPr txBox="1"/>
          <p:nvPr>
            <p:ph idx="13" type="body"/>
          </p:nvPr>
        </p:nvSpPr>
        <p:spPr>
          <a:xfrm>
            <a:off x="63132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91" name="Google Shape;191;p17"/>
          <p:cNvSpPr txBox="1"/>
          <p:nvPr>
            <p:ph idx="14" type="subTitle"/>
          </p:nvPr>
        </p:nvSpPr>
        <p:spPr>
          <a:xfrm>
            <a:off x="63132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92" name="Google Shape;192;p17"/>
          <p:cNvSpPr txBox="1"/>
          <p:nvPr>
            <p:ph idx="15" type="body"/>
          </p:nvPr>
        </p:nvSpPr>
        <p:spPr>
          <a:xfrm>
            <a:off x="230650" y="3875100"/>
            <a:ext cx="23787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3" name="Google Shape;193;p17"/>
          <p:cNvSpPr/>
          <p:nvPr>
            <p:ph idx="16" type="pic"/>
          </p:nvPr>
        </p:nvSpPr>
        <p:spPr>
          <a:xfrm>
            <a:off x="230350" y="457200"/>
            <a:ext cx="853200" cy="103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14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96" name="Google Shape;196;p1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197" name="Google Shape;197;p1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198" name="Google Shape;198;p18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1" type="body"/>
          </p:nvPr>
        </p:nvSpPr>
        <p:spPr>
          <a:xfrm>
            <a:off x="429350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0" name="Google Shape;200;p18"/>
          <p:cNvSpPr txBox="1"/>
          <p:nvPr>
            <p:ph idx="4" type="subTitle"/>
          </p:nvPr>
        </p:nvSpPr>
        <p:spPr>
          <a:xfrm>
            <a:off x="429350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1" name="Google Shape;201;p18"/>
          <p:cNvSpPr txBox="1"/>
          <p:nvPr>
            <p:ph idx="5" type="body"/>
          </p:nvPr>
        </p:nvSpPr>
        <p:spPr>
          <a:xfrm>
            <a:off x="4833813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2" name="Google Shape;202;p18"/>
          <p:cNvSpPr txBox="1"/>
          <p:nvPr>
            <p:ph idx="6" type="subTitle"/>
          </p:nvPr>
        </p:nvSpPr>
        <p:spPr>
          <a:xfrm>
            <a:off x="4833813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3" name="Google Shape;203;p18"/>
          <p:cNvSpPr txBox="1"/>
          <p:nvPr>
            <p:ph idx="7" type="body"/>
          </p:nvPr>
        </p:nvSpPr>
        <p:spPr>
          <a:xfrm>
            <a:off x="2631588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4" name="Google Shape;204;p18"/>
          <p:cNvSpPr txBox="1"/>
          <p:nvPr>
            <p:ph idx="8" type="subTitle"/>
          </p:nvPr>
        </p:nvSpPr>
        <p:spPr>
          <a:xfrm>
            <a:off x="2631588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5" name="Google Shape;205;p18"/>
          <p:cNvSpPr txBox="1"/>
          <p:nvPr>
            <p:ph idx="9" type="body"/>
          </p:nvPr>
        </p:nvSpPr>
        <p:spPr>
          <a:xfrm>
            <a:off x="7036075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6" name="Google Shape;206;p18"/>
          <p:cNvSpPr txBox="1"/>
          <p:nvPr>
            <p:ph idx="13" type="subTitle"/>
          </p:nvPr>
        </p:nvSpPr>
        <p:spPr>
          <a:xfrm>
            <a:off x="7036075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">
  <p:cSld name="CUSTOM_8_1_1_1_1_1_1_1_1_1_1_1_1_1_1_1_1_1_1_1_1_1_1_1_1_1_1_1_1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/>
          <p:nvPr/>
        </p:nvSpPr>
        <p:spPr>
          <a:xfrm>
            <a:off x="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09" name="Google Shape;209;p1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0" name="Google Shape;210;p19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1" name="Google Shape;211;p19"/>
          <p:cNvSpPr txBox="1"/>
          <p:nvPr>
            <p:ph idx="1" type="body"/>
          </p:nvPr>
        </p:nvSpPr>
        <p:spPr>
          <a:xfrm>
            <a:off x="337797" y="1044075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2" name="Google Shape;212;p19"/>
          <p:cNvSpPr txBox="1"/>
          <p:nvPr>
            <p:ph idx="3" type="body"/>
          </p:nvPr>
        </p:nvSpPr>
        <p:spPr>
          <a:xfrm>
            <a:off x="5967566" y="1044075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3" name="Google Shape;213;p19"/>
          <p:cNvSpPr txBox="1"/>
          <p:nvPr>
            <p:ph idx="4" type="body"/>
          </p:nvPr>
        </p:nvSpPr>
        <p:spPr>
          <a:xfrm>
            <a:off x="321474" y="3385428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4" name="Google Shape;214;p19"/>
          <p:cNvSpPr txBox="1"/>
          <p:nvPr>
            <p:ph idx="5" type="body"/>
          </p:nvPr>
        </p:nvSpPr>
        <p:spPr>
          <a:xfrm>
            <a:off x="5951149" y="3385428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5" name="Google Shape;215;p19"/>
          <p:cNvSpPr txBox="1"/>
          <p:nvPr>
            <p:ph idx="6" type="subTitle"/>
          </p:nvPr>
        </p:nvSpPr>
        <p:spPr>
          <a:xfrm>
            <a:off x="3505113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6" name="Google Shape;216;p19"/>
          <p:cNvSpPr txBox="1"/>
          <p:nvPr>
            <p:ph idx="7" type="subTitle"/>
          </p:nvPr>
        </p:nvSpPr>
        <p:spPr>
          <a:xfrm>
            <a:off x="4638638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7" name="Google Shape;217;p19"/>
          <p:cNvSpPr txBox="1"/>
          <p:nvPr>
            <p:ph idx="8" type="subTitle"/>
          </p:nvPr>
        </p:nvSpPr>
        <p:spPr>
          <a:xfrm>
            <a:off x="3505525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8" name="Google Shape;218;p19"/>
          <p:cNvSpPr txBox="1"/>
          <p:nvPr>
            <p:ph idx="9" type="subTitle"/>
          </p:nvPr>
        </p:nvSpPr>
        <p:spPr>
          <a:xfrm>
            <a:off x="4639050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9" name="Google Shape;219;p19"/>
          <p:cNvSpPr txBox="1"/>
          <p:nvPr>
            <p:ph idx="13" type="subTitle"/>
          </p:nvPr>
        </p:nvSpPr>
        <p:spPr>
          <a:xfrm>
            <a:off x="4319044" y="2485650"/>
            <a:ext cx="5067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20" name="Google Shape;220;p19"/>
          <p:cNvSpPr txBox="1"/>
          <p:nvPr>
            <p:ph idx="14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1">
  <p:cSld name="CUSTOM_8_1_1_1_1_1_1_1_1_1_1_1_1_1_1_1_1_1_1_1_1_1_1_1_1_1_1_1_1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/>
          <p:nvPr/>
        </p:nvSpPr>
        <p:spPr>
          <a:xfrm flipH="1" rot="5400000">
            <a:off x="6563025" y="657900"/>
            <a:ext cx="1358100" cy="37926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3" name="Google Shape;223;p20"/>
          <p:cNvSpPr/>
          <p:nvPr/>
        </p:nvSpPr>
        <p:spPr>
          <a:xfrm rot="5400000">
            <a:off x="580600" y="1292250"/>
            <a:ext cx="1358100" cy="25239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descr="A landscape shot of a marshland at dusk. " id="224" name="Google Shape;224;p20"/>
          <p:cNvPicPr preferRelativeResize="0"/>
          <p:nvPr/>
        </p:nvPicPr>
        <p:blipFill rotWithShape="1">
          <a:blip r:embed="rId2">
            <a:alphaModFix/>
          </a:blip>
          <a:srcRect b="14406" l="0" r="0" t="14413"/>
          <a:stretch/>
        </p:blipFill>
        <p:spPr>
          <a:xfrm>
            <a:off x="2517525" y="1875150"/>
            <a:ext cx="2822973" cy="135000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>
            <p:ph idx="1" type="body"/>
          </p:nvPr>
        </p:nvSpPr>
        <p:spPr>
          <a:xfrm>
            <a:off x="32729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6" name="Google Shape;226;p20"/>
          <p:cNvSpPr txBox="1"/>
          <p:nvPr>
            <p:ph idx="2" type="body"/>
          </p:nvPr>
        </p:nvSpPr>
        <p:spPr>
          <a:xfrm>
            <a:off x="18065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7" name="Google Shape;227;p20"/>
          <p:cNvSpPr txBox="1"/>
          <p:nvPr>
            <p:ph idx="3" type="body"/>
          </p:nvPr>
        </p:nvSpPr>
        <p:spPr>
          <a:xfrm>
            <a:off x="335425" y="1201925"/>
            <a:ext cx="11499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8" name="Google Shape;228;p20"/>
          <p:cNvSpPr txBox="1"/>
          <p:nvPr>
            <p:ph idx="4" type="body"/>
          </p:nvPr>
        </p:nvSpPr>
        <p:spPr>
          <a:xfrm>
            <a:off x="4721725" y="12297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9" name="Google Shape;229;p20"/>
          <p:cNvSpPr txBox="1"/>
          <p:nvPr>
            <p:ph idx="5" type="body"/>
          </p:nvPr>
        </p:nvSpPr>
        <p:spPr>
          <a:xfrm>
            <a:off x="6193925" y="26235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0" name="Google Shape;230;p20"/>
          <p:cNvSpPr txBox="1"/>
          <p:nvPr>
            <p:ph idx="6" type="subTitle"/>
          </p:nvPr>
        </p:nvSpPr>
        <p:spPr>
          <a:xfrm>
            <a:off x="32730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1" name="Google Shape;231;p20"/>
          <p:cNvSpPr txBox="1"/>
          <p:nvPr>
            <p:ph idx="7" type="subTitle"/>
          </p:nvPr>
        </p:nvSpPr>
        <p:spPr>
          <a:xfrm>
            <a:off x="18066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2" name="Google Shape;232;p20"/>
          <p:cNvSpPr txBox="1"/>
          <p:nvPr>
            <p:ph idx="8" type="subTitle"/>
          </p:nvPr>
        </p:nvSpPr>
        <p:spPr>
          <a:xfrm>
            <a:off x="335513" y="19137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3" name="Google Shape;233;p20"/>
          <p:cNvSpPr txBox="1"/>
          <p:nvPr>
            <p:ph idx="9" type="subTitle"/>
          </p:nvPr>
        </p:nvSpPr>
        <p:spPr>
          <a:xfrm>
            <a:off x="4721813" y="19415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4" name="Google Shape;234;p20"/>
          <p:cNvSpPr txBox="1"/>
          <p:nvPr>
            <p:ph idx="13" type="subTitle"/>
          </p:nvPr>
        </p:nvSpPr>
        <p:spPr>
          <a:xfrm>
            <a:off x="6194013" y="33353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5" name="Google Shape;235;p20"/>
          <p:cNvSpPr txBox="1"/>
          <p:nvPr>
            <p:ph idx="14" type="subTitle"/>
          </p:nvPr>
        </p:nvSpPr>
        <p:spPr>
          <a:xfrm>
            <a:off x="7658713" y="4312650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6" name="Google Shape;236;p20"/>
          <p:cNvSpPr txBox="1"/>
          <p:nvPr>
            <p:ph idx="15" type="body"/>
          </p:nvPr>
        </p:nvSpPr>
        <p:spPr>
          <a:xfrm>
            <a:off x="7658625" y="3600800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7" name="Google Shape;237;p2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38" name="Google Shape;238;p20"/>
          <p:cNvSpPr txBox="1"/>
          <p:nvPr>
            <p:ph idx="16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39" name="Google Shape;239;p20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2">
  <p:cSld name="CUSTOM_8_1_1_1_1_1_1_1_1_1_1_1_1_1_1_1_1_1_1_1_1_1_1_1_1_1_1_1_1_1_1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/>
          <p:nvPr/>
        </p:nvSpPr>
        <p:spPr>
          <a:xfrm flipH="1">
            <a:off x="596130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42" name="Google Shape;242;p21"/>
          <p:cNvSpPr/>
          <p:nvPr/>
        </p:nvSpPr>
        <p:spPr>
          <a:xfrm rot="5400000">
            <a:off x="3888975" y="-2016150"/>
            <a:ext cx="1358100" cy="9140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3" name="Google Shape;243;p2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244" name="Google Shape;244;p2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45" name="Google Shape;245;p21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6" name="Google Shape;246;p21"/>
          <p:cNvSpPr txBox="1"/>
          <p:nvPr>
            <p:ph idx="1" type="subTitle"/>
          </p:nvPr>
        </p:nvSpPr>
        <p:spPr>
          <a:xfrm>
            <a:off x="4866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7" name="Google Shape;247;p21"/>
          <p:cNvSpPr txBox="1"/>
          <p:nvPr>
            <p:ph idx="4" type="body"/>
          </p:nvPr>
        </p:nvSpPr>
        <p:spPr>
          <a:xfrm>
            <a:off x="4866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8" name="Google Shape;248;p21"/>
          <p:cNvSpPr txBox="1"/>
          <p:nvPr>
            <p:ph idx="5" type="subTitle"/>
          </p:nvPr>
        </p:nvSpPr>
        <p:spPr>
          <a:xfrm>
            <a:off x="3431225" y="166807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9" name="Google Shape;249;p21"/>
          <p:cNvSpPr txBox="1"/>
          <p:nvPr>
            <p:ph idx="6" type="body"/>
          </p:nvPr>
        </p:nvSpPr>
        <p:spPr>
          <a:xfrm>
            <a:off x="3431250" y="198448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0" name="Google Shape;250;p21"/>
          <p:cNvSpPr txBox="1"/>
          <p:nvPr>
            <p:ph idx="7" type="subTitle"/>
          </p:nvPr>
        </p:nvSpPr>
        <p:spPr>
          <a:xfrm>
            <a:off x="63758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51" name="Google Shape;251;p21"/>
          <p:cNvSpPr txBox="1"/>
          <p:nvPr>
            <p:ph idx="8" type="body"/>
          </p:nvPr>
        </p:nvSpPr>
        <p:spPr>
          <a:xfrm>
            <a:off x="63758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- Alt 1">
  <p:cSld name="CUSTOM_8_1_1_1_1_1_1_1_1_1_1_1_1_1_1_1_1_1_1_1_1_1_1_1_1_1_1_1_1_1_1_1_1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"/>
          <p:cNvSpPr/>
          <p:nvPr/>
        </p:nvSpPr>
        <p:spPr>
          <a:xfrm>
            <a:off x="7529650" y="250"/>
            <a:ext cx="1614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54" name="Google Shape;254;p2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5" name="Google Shape;255;p2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6" name="Google Shape;256;p22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7" name="Google Shape;257;p22"/>
          <p:cNvSpPr txBox="1"/>
          <p:nvPr>
            <p:ph idx="1" type="body"/>
          </p:nvPr>
        </p:nvSpPr>
        <p:spPr>
          <a:xfrm>
            <a:off x="230075" y="990150"/>
            <a:ext cx="36129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8" name="Google Shape;258;p22"/>
          <p:cNvSpPr txBox="1"/>
          <p:nvPr>
            <p:ph idx="4" type="subTitle"/>
          </p:nvPr>
        </p:nvSpPr>
        <p:spPr>
          <a:xfrm>
            <a:off x="228600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59" name="Google Shape;259;p22"/>
          <p:cNvSpPr txBox="1"/>
          <p:nvPr>
            <p:ph idx="5" type="subTitle"/>
          </p:nvPr>
        </p:nvSpPr>
        <p:spPr>
          <a:xfrm>
            <a:off x="230075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6" type="subTitle"/>
          </p:nvPr>
        </p:nvSpPr>
        <p:spPr>
          <a:xfrm>
            <a:off x="1983338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1" name="Google Shape;261;p22"/>
          <p:cNvSpPr txBox="1"/>
          <p:nvPr>
            <p:ph idx="7" type="subTitle"/>
          </p:nvPr>
        </p:nvSpPr>
        <p:spPr>
          <a:xfrm>
            <a:off x="1984813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2" name="Google Shape;262;p22"/>
          <p:cNvSpPr txBox="1"/>
          <p:nvPr>
            <p:ph idx="8" type="subTitle"/>
          </p:nvPr>
        </p:nvSpPr>
        <p:spPr>
          <a:xfrm>
            <a:off x="3739563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3" name="Google Shape;263;p22"/>
          <p:cNvSpPr txBox="1"/>
          <p:nvPr>
            <p:ph idx="9" type="subTitle"/>
          </p:nvPr>
        </p:nvSpPr>
        <p:spPr>
          <a:xfrm>
            <a:off x="3741038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13" type="subTitle"/>
          </p:nvPr>
        </p:nvSpPr>
        <p:spPr>
          <a:xfrm>
            <a:off x="228600" y="3211175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65" name="Google Shape;265;p22"/>
          <p:cNvSpPr txBox="1"/>
          <p:nvPr>
            <p:ph idx="14" type="subTitle"/>
          </p:nvPr>
        </p:nvSpPr>
        <p:spPr>
          <a:xfrm>
            <a:off x="228600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6" name="Google Shape;266;p22"/>
          <p:cNvSpPr txBox="1"/>
          <p:nvPr>
            <p:ph idx="15" type="subTitle"/>
          </p:nvPr>
        </p:nvSpPr>
        <p:spPr>
          <a:xfrm>
            <a:off x="230075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7" name="Google Shape;267;p22"/>
          <p:cNvSpPr txBox="1"/>
          <p:nvPr>
            <p:ph idx="16" type="subTitle"/>
          </p:nvPr>
        </p:nvSpPr>
        <p:spPr>
          <a:xfrm>
            <a:off x="1983338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8" name="Google Shape;268;p22"/>
          <p:cNvSpPr txBox="1"/>
          <p:nvPr>
            <p:ph idx="17" type="subTitle"/>
          </p:nvPr>
        </p:nvSpPr>
        <p:spPr>
          <a:xfrm>
            <a:off x="1984813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9" name="Google Shape;269;p22"/>
          <p:cNvSpPr txBox="1"/>
          <p:nvPr>
            <p:ph idx="18" type="subTitle"/>
          </p:nvPr>
        </p:nvSpPr>
        <p:spPr>
          <a:xfrm>
            <a:off x="3739563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70" name="Google Shape;270;p22"/>
          <p:cNvSpPr txBox="1"/>
          <p:nvPr>
            <p:ph idx="19" type="subTitle"/>
          </p:nvPr>
        </p:nvSpPr>
        <p:spPr>
          <a:xfrm>
            <a:off x="3741038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1" name="Google Shape;271;p22"/>
          <p:cNvSpPr txBox="1"/>
          <p:nvPr>
            <p:ph idx="20" type="subTitle"/>
          </p:nvPr>
        </p:nvSpPr>
        <p:spPr>
          <a:xfrm>
            <a:off x="228600" y="1718663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Alt 1">
  <p:cSld name="CUSTOM_8_1_1_1_1_1_1_1_1_1_1_1_1_1_1_1_1_1_1_1_1_1_1_1_1_1_1_1_1_1_1_1_1_1_1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4" name="Google Shape;274;p2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5" name="Google Shape;275;p23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4" type="subTitle"/>
          </p:nvPr>
        </p:nvSpPr>
        <p:spPr>
          <a:xfrm>
            <a:off x="419070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8" name="Google Shape;278;p23"/>
          <p:cNvSpPr txBox="1"/>
          <p:nvPr>
            <p:ph idx="5" type="subTitle"/>
          </p:nvPr>
        </p:nvSpPr>
        <p:spPr>
          <a:xfrm>
            <a:off x="419075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6" type="subTitle"/>
          </p:nvPr>
        </p:nvSpPr>
        <p:spPr>
          <a:xfrm>
            <a:off x="419076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7" type="subTitle"/>
          </p:nvPr>
        </p:nvSpPr>
        <p:spPr>
          <a:xfrm>
            <a:off x="26244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1" name="Google Shape;281;p23"/>
          <p:cNvSpPr txBox="1"/>
          <p:nvPr>
            <p:ph idx="8" type="subTitle"/>
          </p:nvPr>
        </p:nvSpPr>
        <p:spPr>
          <a:xfrm>
            <a:off x="26244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9" type="subTitle"/>
          </p:nvPr>
        </p:nvSpPr>
        <p:spPr>
          <a:xfrm>
            <a:off x="26244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13" type="subTitle"/>
          </p:nvPr>
        </p:nvSpPr>
        <p:spPr>
          <a:xfrm>
            <a:off x="4815495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4" name="Google Shape;284;p23"/>
          <p:cNvSpPr txBox="1"/>
          <p:nvPr>
            <p:ph idx="14" type="subTitle"/>
          </p:nvPr>
        </p:nvSpPr>
        <p:spPr>
          <a:xfrm>
            <a:off x="4815500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15" type="subTitle"/>
          </p:nvPr>
        </p:nvSpPr>
        <p:spPr>
          <a:xfrm>
            <a:off x="4815501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idx="16" type="subTitle"/>
          </p:nvPr>
        </p:nvSpPr>
        <p:spPr>
          <a:xfrm>
            <a:off x="70066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7" name="Google Shape;287;p23"/>
          <p:cNvSpPr txBox="1"/>
          <p:nvPr>
            <p:ph idx="17" type="subTitle"/>
          </p:nvPr>
        </p:nvSpPr>
        <p:spPr>
          <a:xfrm>
            <a:off x="70066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8" name="Google Shape;288;p23"/>
          <p:cNvSpPr txBox="1"/>
          <p:nvPr>
            <p:ph idx="18" type="subTitle"/>
          </p:nvPr>
        </p:nvSpPr>
        <p:spPr>
          <a:xfrm>
            <a:off x="70066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2">
  <p:cSld name="CUSTOM_8_1_1_1_1_1_1_1_1_1_1_1_1_1_1_1_1_1_1_1_1_1_1_1_1_1_1_1_1_1_1_1_1_1_1_2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1" name="Google Shape;291;p24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2" name="Google Shape;292;p2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4" name="Google Shape;294;p2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5" name="Google Shape;295;p24"/>
          <p:cNvSpPr txBox="1"/>
          <p:nvPr>
            <p:ph idx="1" type="subTitle"/>
          </p:nvPr>
        </p:nvSpPr>
        <p:spPr>
          <a:xfrm>
            <a:off x="3238050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6" name="Google Shape;296;p24"/>
          <p:cNvSpPr txBox="1"/>
          <p:nvPr>
            <p:ph idx="4" type="subTitle"/>
          </p:nvPr>
        </p:nvSpPr>
        <p:spPr>
          <a:xfrm>
            <a:off x="4056600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7" name="Google Shape;297;p24"/>
          <p:cNvSpPr txBox="1"/>
          <p:nvPr>
            <p:ph idx="5" type="subTitle"/>
          </p:nvPr>
        </p:nvSpPr>
        <p:spPr>
          <a:xfrm>
            <a:off x="3457950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98" name="Google Shape;298;p24"/>
          <p:cNvSpPr txBox="1"/>
          <p:nvPr>
            <p:ph idx="6" type="subTitle"/>
          </p:nvPr>
        </p:nvSpPr>
        <p:spPr>
          <a:xfrm>
            <a:off x="803225" y="18179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9" name="Google Shape;299;p24"/>
          <p:cNvSpPr txBox="1"/>
          <p:nvPr>
            <p:ph idx="7" type="subTitle"/>
          </p:nvPr>
        </p:nvSpPr>
        <p:spPr>
          <a:xfrm>
            <a:off x="1621775" y="27017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24"/>
          <p:cNvSpPr txBox="1"/>
          <p:nvPr>
            <p:ph idx="8" type="subTitle"/>
          </p:nvPr>
        </p:nvSpPr>
        <p:spPr>
          <a:xfrm>
            <a:off x="1023125" y="22466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1" name="Google Shape;301;p24"/>
          <p:cNvSpPr txBox="1"/>
          <p:nvPr>
            <p:ph idx="9" type="subTitle"/>
          </p:nvPr>
        </p:nvSpPr>
        <p:spPr>
          <a:xfrm>
            <a:off x="5672875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02" name="Google Shape;302;p24"/>
          <p:cNvSpPr txBox="1"/>
          <p:nvPr>
            <p:ph idx="13" type="subTitle"/>
          </p:nvPr>
        </p:nvSpPr>
        <p:spPr>
          <a:xfrm>
            <a:off x="6491425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14" type="subTitle"/>
          </p:nvPr>
        </p:nvSpPr>
        <p:spPr>
          <a:xfrm>
            <a:off x="5892775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2">
  <p:cSld name="CUSTOM_8_1_1_1_1_1_1_1_1_1_1_1_1_1_1_1_1_1_1_1_1_1_1_1_1_1_1_1_1_1_1_1_1_1_1_1_1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"/>
          <p:cNvSpPr/>
          <p:nvPr/>
        </p:nvSpPr>
        <p:spPr>
          <a:xfrm rot="5400000">
            <a:off x="5473500" y="0"/>
            <a:ext cx="3670500" cy="3670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06" name="Google Shape;306;p2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7" name="Google Shape;307;p2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8" name="Google Shape;308;p25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9" name="Google Shape;309;p25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0" name="Google Shape;310;p25"/>
          <p:cNvSpPr txBox="1"/>
          <p:nvPr>
            <p:ph idx="4" type="title"/>
          </p:nvPr>
        </p:nvSpPr>
        <p:spPr>
          <a:xfrm>
            <a:off x="91525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1" name="Google Shape;311;p25"/>
          <p:cNvSpPr txBox="1"/>
          <p:nvPr>
            <p:ph idx="5" type="title"/>
          </p:nvPr>
        </p:nvSpPr>
        <p:spPr>
          <a:xfrm>
            <a:off x="2849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2" name="Google Shape;312;p25"/>
          <p:cNvSpPr txBox="1"/>
          <p:nvPr>
            <p:ph idx="6" type="title"/>
          </p:nvPr>
        </p:nvSpPr>
        <p:spPr>
          <a:xfrm>
            <a:off x="429895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3" name="Google Shape;313;p25"/>
          <p:cNvSpPr txBox="1"/>
          <p:nvPr>
            <p:ph idx="7" type="title"/>
          </p:nvPr>
        </p:nvSpPr>
        <p:spPr>
          <a:xfrm>
            <a:off x="7298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4" name="Google Shape;314;p25"/>
          <p:cNvSpPr txBox="1"/>
          <p:nvPr>
            <p:ph idx="8" type="subTitle"/>
          </p:nvPr>
        </p:nvSpPr>
        <p:spPr>
          <a:xfrm>
            <a:off x="442900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15" name="Google Shape;315;p25"/>
          <p:cNvSpPr txBox="1"/>
          <p:nvPr>
            <p:ph idx="9" type="subTitle"/>
          </p:nvPr>
        </p:nvSpPr>
        <p:spPr>
          <a:xfrm>
            <a:off x="442900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6" name="Google Shape;316;p25"/>
          <p:cNvSpPr txBox="1"/>
          <p:nvPr>
            <p:ph idx="13" type="body"/>
          </p:nvPr>
        </p:nvSpPr>
        <p:spPr>
          <a:xfrm>
            <a:off x="442898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17" name="Google Shape;317;p25"/>
          <p:cNvSpPr txBox="1"/>
          <p:nvPr>
            <p:ph idx="14" type="subTitle"/>
          </p:nvPr>
        </p:nvSpPr>
        <p:spPr>
          <a:xfrm>
            <a:off x="3201413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18" name="Google Shape;318;p25"/>
          <p:cNvSpPr txBox="1"/>
          <p:nvPr>
            <p:ph idx="15" type="subTitle"/>
          </p:nvPr>
        </p:nvSpPr>
        <p:spPr>
          <a:xfrm>
            <a:off x="3201413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9" name="Google Shape;319;p25"/>
          <p:cNvSpPr txBox="1"/>
          <p:nvPr>
            <p:ph idx="16" type="body"/>
          </p:nvPr>
        </p:nvSpPr>
        <p:spPr>
          <a:xfrm>
            <a:off x="3201411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17" type="subTitle"/>
          </p:nvPr>
        </p:nvSpPr>
        <p:spPr>
          <a:xfrm>
            <a:off x="4652727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18" type="subTitle"/>
          </p:nvPr>
        </p:nvSpPr>
        <p:spPr>
          <a:xfrm>
            <a:off x="4652727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19" type="body"/>
          </p:nvPr>
        </p:nvSpPr>
        <p:spPr>
          <a:xfrm>
            <a:off x="4652725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20" type="subTitle"/>
          </p:nvPr>
        </p:nvSpPr>
        <p:spPr>
          <a:xfrm>
            <a:off x="7646687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24" name="Google Shape;324;p25"/>
          <p:cNvSpPr txBox="1"/>
          <p:nvPr>
            <p:ph idx="21" type="subTitle"/>
          </p:nvPr>
        </p:nvSpPr>
        <p:spPr>
          <a:xfrm>
            <a:off x="7646687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5" name="Google Shape;325;p25"/>
          <p:cNvSpPr txBox="1"/>
          <p:nvPr>
            <p:ph idx="22" type="body"/>
          </p:nvPr>
        </p:nvSpPr>
        <p:spPr>
          <a:xfrm>
            <a:off x="7646686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- Alt 2">
  <p:cSld name="CUSTOM_8_1_1_1_1_1_1_1_1_1_1_1_1_1_1_1_1_1_1_1_1_1_1_1_1_1_1_1_1_1_1_2_1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6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8" name="Google Shape;328;p26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9" name="Google Shape;329;p2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0" name="Google Shape;330;p2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1" name="Google Shape;331;p26"/>
          <p:cNvSpPr/>
          <p:nvPr/>
        </p:nvSpPr>
        <p:spPr>
          <a:xfrm>
            <a:off x="228650" y="457200"/>
            <a:ext cx="8686800" cy="4226400"/>
          </a:xfrm>
          <a:prstGeom prst="roundRect">
            <a:avLst>
              <a:gd fmla="val 682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v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32" name="Google Shape;332;p26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3" name="Google Shape;333;p26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6" name="Google Shape;336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5" name="Google Shape;345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0" name="Google Shape;350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5" name="Google Shape;355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6" name="Google Shape;356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1" name="Google Shape;361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3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0" name="Google Shape;370;p3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3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4" name="Google Shape;374;p3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7" name="Google Shape;377;p4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4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9" name="Google Shape;379;p4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4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4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4" name="Google Shape;384;p4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5" name="Google Shape;385;p4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4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4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4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4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4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4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4" name="Google Shape;394;p4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5" name="Google Shape;395;p4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4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4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7" name="Google Shape;40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4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9" name="Google Shape;409;p4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2" name="Google Shape;412;p4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5" name="Google Shape;415;p4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4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4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4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0" name="Google Shape;420;p4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4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4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47" Type="http://schemas.openxmlformats.org/officeDocument/2006/relationships/theme" Target="../theme/theme2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228600" y="2881050"/>
            <a:ext cx="42966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3" type="title"/>
          </p:nvPr>
        </p:nvSpPr>
        <p:spPr>
          <a:xfrm>
            <a:off x="371825" y="149825"/>
            <a:ext cx="62124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Figtree"/>
              <a:buNone/>
              <a:defRPr sz="5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065">
          <p15:clr>
            <a:srgbClr val="E46962"/>
          </p15:clr>
        </p15:guide>
        <p15:guide id="8" pos="1010">
          <p15:clr>
            <a:srgbClr val="E46962"/>
          </p15:clr>
        </p15:guide>
        <p15:guide id="9" pos="4695">
          <p15:clr>
            <a:srgbClr val="E46962"/>
          </p15:clr>
        </p15:guide>
        <p15:guide id="10" pos="4750">
          <p15:clr>
            <a:srgbClr val="E46962"/>
          </p15:clr>
        </p15:guide>
        <p15:guide id="11" pos="3774">
          <p15:clr>
            <a:srgbClr val="E46962"/>
          </p15:clr>
        </p15:guide>
        <p15:guide id="12" pos="3828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85C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8"/>
          <p:cNvSpPr txBox="1"/>
          <p:nvPr>
            <p:ph idx="3" type="title"/>
          </p:nvPr>
        </p:nvSpPr>
        <p:spPr>
          <a:xfrm>
            <a:off x="116250" y="0"/>
            <a:ext cx="9027900" cy="5143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BIKE SALES PERFORMANCE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9" name="Google Shape;439;p48"/>
          <p:cNvSpPr txBox="1"/>
          <p:nvPr>
            <p:ph type="title"/>
          </p:nvPr>
        </p:nvSpPr>
        <p:spPr>
          <a:xfrm>
            <a:off x="4945350" y="3943775"/>
            <a:ext cx="4091400" cy="10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Times New Roman"/>
                <a:ea typeface="Times New Roman"/>
                <a:cs typeface="Times New Roman"/>
                <a:sym typeface="Times New Roman"/>
              </a:rPr>
              <a:t>HASMATH NASEEMA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85C6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9"/>
          <p:cNvSpPr txBox="1"/>
          <p:nvPr>
            <p:ph idx="3" type="title"/>
          </p:nvPr>
        </p:nvSpPr>
        <p:spPr>
          <a:xfrm flipH="1">
            <a:off x="-50" y="0"/>
            <a:ext cx="8915400" cy="5285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>
                <a:latin typeface="Times New Roman"/>
                <a:ea typeface="Times New Roman"/>
                <a:cs typeface="Times New Roman"/>
                <a:sym typeface="Times New Roman"/>
              </a:rPr>
              <a:t>PROJECT PURPOSE</a:t>
            </a:r>
            <a:endParaRPr b="1" sz="5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</a:t>
            </a:r>
            <a:r>
              <a:rPr b="1" lang="en" sz="3000">
                <a:solidFill>
                  <a:srgbClr val="2C4B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Analyze bike buyer behavior to identify key purchase drivers and summarize findings in an interactive dashboard.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4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CONTEXT:</a:t>
            </a:r>
            <a:r>
              <a:rPr b="1" lang="en" sz="3000">
                <a:solidFill>
                  <a:srgbClr val="2C4B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A retail dataset captures customer demographics and commute patterns. We want to understand what influences purchase decisions and which segments to target.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4B1D"/>
              </a:buClr>
              <a:buSzPts val="3000"/>
              <a:buFont typeface="Times New Roman"/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t/>
            </a:r>
            <a:endParaRPr b="1" sz="5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85C6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0"/>
          <p:cNvSpPr txBox="1"/>
          <p:nvPr>
            <p:ph idx="3" type="title"/>
          </p:nvPr>
        </p:nvSpPr>
        <p:spPr>
          <a:xfrm>
            <a:off x="116250" y="98375"/>
            <a:ext cx="9027600" cy="504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>
                <a:latin typeface="Times New Roman"/>
                <a:ea typeface="Times New Roman"/>
                <a:cs typeface="Times New Roman"/>
                <a:sym typeface="Times New Roman"/>
              </a:rPr>
              <a:t>DATA OVERVIEW</a:t>
            </a:r>
            <a:endParaRPr b="1" sz="5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C4B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📁 </a:t>
            </a:r>
            <a:r>
              <a:rPr b="1" lang="en" sz="3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Dataset:</a:t>
            </a:r>
            <a:r>
              <a:rPr b="1" lang="en" sz="3000">
                <a:solidFill>
                  <a:srgbClr val="2C4B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Bike Buyers dataset with demographics, income, region,marital status and purchase outcome (</a:t>
            </a:r>
            <a:r>
              <a:rPr lang="en" sz="3000">
                <a:solidFill>
                  <a:srgbClr val="FFEA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Yes/No</a:t>
            </a: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C4B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🧮</a:t>
            </a:r>
            <a:r>
              <a:rPr b="1" lang="en" sz="3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Size: </a:t>
            </a: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Original file had duplicate customer IDs; after removing duplicates we analyze </a:t>
            </a:r>
            <a:r>
              <a:rPr lang="en" sz="3000">
                <a:solidFill>
                  <a:srgbClr val="FFEA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1,000</a:t>
            </a: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 unique customers.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C4B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🧰 </a:t>
            </a:r>
            <a:r>
              <a:rPr b="1" lang="en" sz="3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Tools: </a:t>
            </a:r>
            <a:r>
              <a:rPr lang="en" sz="3000">
                <a:solidFill>
                  <a:srgbClr val="FFEA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Sheets</a:t>
            </a: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 for cleaning, PivotTables, charts, slicers, and dashboard KPIs.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4B1D"/>
              </a:buClr>
              <a:buSzPts val="3000"/>
              <a:buFont typeface="Times New Roman"/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t/>
            </a:r>
            <a:endParaRPr b="1" sz="5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85C6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1"/>
          <p:cNvSpPr txBox="1"/>
          <p:nvPr>
            <p:ph idx="3" type="title"/>
          </p:nvPr>
        </p:nvSpPr>
        <p:spPr>
          <a:xfrm>
            <a:off x="0" y="-25"/>
            <a:ext cx="9144000" cy="5143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>
                <a:latin typeface="Times New Roman"/>
                <a:ea typeface="Times New Roman"/>
                <a:cs typeface="Times New Roman"/>
                <a:sym typeface="Times New Roman"/>
              </a:rPr>
              <a:t>DATA CLEANING</a:t>
            </a:r>
            <a:endParaRPr b="1" sz="5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Removed duplicate customers (deduped on ID: 1,026 → 1,000).</a:t>
            </a:r>
            <a:endParaRPr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Checked missing values and corrected inconsistent text (Yes/No, region names).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Standardized numeric columns (Income, Age, Cars) and applied proper formats.</a:t>
            </a:r>
            <a:endParaRPr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Validated categorical fields (Gender, Occupation, Commute Distance).</a:t>
            </a:r>
            <a:endParaRPr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Times New Roman"/>
              <a:buChar char="•"/>
            </a:pPr>
            <a:r>
              <a:t/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t/>
            </a:r>
            <a:endParaRPr b="1" sz="5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85C6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2"/>
          <p:cNvSpPr txBox="1"/>
          <p:nvPr>
            <p:ph idx="3" type="title"/>
          </p:nvPr>
        </p:nvSpPr>
        <p:spPr>
          <a:xfrm>
            <a:off x="-75" y="0"/>
            <a:ext cx="9144000" cy="5039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>
                <a:latin typeface="Times New Roman"/>
                <a:ea typeface="Times New Roman"/>
                <a:cs typeface="Times New Roman"/>
                <a:sym typeface="Times New Roman"/>
              </a:rPr>
              <a:t>PIVOT TABLES</a:t>
            </a:r>
            <a:endParaRPr b="1" sz="5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Gender × Purchased Bike (Yes/No) → unit counts by gender.</a:t>
            </a:r>
            <a:endParaRPr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Region × Purchased Bike (Yes/No) → unit counts by region.</a:t>
            </a:r>
            <a:endParaRPr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Occupation × Purchased Bike (Yes/No) → unit counts by occupation.</a:t>
            </a:r>
            <a:endParaRPr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Average Income by Purchase (Yes vs No) and by Gender.</a:t>
            </a:r>
            <a:endParaRPr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t/>
            </a:r>
            <a:endParaRPr b="1" sz="5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9EEB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3"/>
          <p:cNvSpPr txBox="1"/>
          <p:nvPr>
            <p:ph idx="3" type="title"/>
          </p:nvPr>
        </p:nvSpPr>
        <p:spPr>
          <a:xfrm>
            <a:off x="0" y="100"/>
            <a:ext cx="9144000" cy="5143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b="1" lang="en" sz="5400">
                <a:latin typeface="Times New Roman"/>
                <a:ea typeface="Times New Roman"/>
                <a:cs typeface="Times New Roman"/>
                <a:sym typeface="Times New Roman"/>
              </a:rPr>
              <a:t>SALES BY GENDER</a:t>
            </a:r>
            <a:endParaRPr sz="5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800">
                <a:latin typeface="Times New Roman"/>
                <a:ea typeface="Times New Roman"/>
                <a:cs typeface="Times New Roman"/>
                <a:sym typeface="Times New Roman"/>
              </a:rPr>
              <a:t>📌 Purchases are balanced </a:t>
            </a:r>
            <a:endParaRPr i="1"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800">
                <a:latin typeface="Times New Roman"/>
                <a:ea typeface="Times New Roman"/>
                <a:cs typeface="Times New Roman"/>
                <a:sym typeface="Times New Roman"/>
              </a:rPr>
              <a:t>     across genders,with a slight </a:t>
            </a:r>
            <a:endParaRPr i="1"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i="1" lang="en" sz="2800">
                <a:latin typeface="Times New Roman"/>
                <a:ea typeface="Times New Roman"/>
                <a:cs typeface="Times New Roman"/>
                <a:sym typeface="Times New Roman"/>
              </a:rPr>
              <a:t>     edge for male buyers.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5" name="Google Shape;465;p53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8950" y="1219675"/>
            <a:ext cx="4395450" cy="369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9EEB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4"/>
          <p:cNvSpPr txBox="1"/>
          <p:nvPr>
            <p:ph idx="3" type="title"/>
          </p:nvPr>
        </p:nvSpPr>
        <p:spPr>
          <a:xfrm>
            <a:off x="109900" y="0"/>
            <a:ext cx="8953800" cy="5102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>
                <a:latin typeface="Times New Roman"/>
                <a:ea typeface="Times New Roman"/>
                <a:cs typeface="Times New Roman"/>
                <a:sym typeface="Times New Roman"/>
              </a:rPr>
              <a:t>INCOME &amp; PURCHASE</a:t>
            </a:r>
            <a:endParaRPr b="1" sz="5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800">
                <a:latin typeface="Times New Roman"/>
                <a:ea typeface="Times New Roman"/>
                <a:cs typeface="Times New Roman"/>
                <a:sym typeface="Times New Roman"/>
              </a:rPr>
              <a:t>📌 Buyers have higher average </a:t>
            </a:r>
            <a:endParaRPr i="1"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i="1" lang="en" sz="2800">
                <a:latin typeface="Times New Roman"/>
                <a:ea typeface="Times New Roman"/>
                <a:cs typeface="Times New Roman"/>
                <a:sym typeface="Times New Roman"/>
              </a:rPr>
              <a:t>      income than non-buyers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800">
                <a:latin typeface="Times New Roman"/>
                <a:ea typeface="Times New Roman"/>
                <a:cs typeface="Times New Roman"/>
                <a:sym typeface="Times New Roman"/>
              </a:rPr>
              <a:t>     for both genders</a:t>
            </a:r>
            <a:endParaRPr i="1"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i="1" lang="en" sz="2800">
                <a:latin typeface="Times New Roman"/>
                <a:ea typeface="Times New Roman"/>
                <a:cs typeface="Times New Roman"/>
                <a:sym typeface="Times New Roman"/>
              </a:rPr>
              <a:t>    (income is a strong driver).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t/>
            </a:r>
            <a:endParaRPr b="1" sz="5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1" name="Google Shape;471;p54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3925" y="890500"/>
            <a:ext cx="4272126" cy="413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9EEB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5"/>
          <p:cNvSpPr txBox="1"/>
          <p:nvPr>
            <p:ph idx="3" type="title"/>
          </p:nvPr>
        </p:nvSpPr>
        <p:spPr>
          <a:xfrm>
            <a:off x="0" y="-25"/>
            <a:ext cx="9144000" cy="5143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>
                <a:latin typeface="Times New Roman"/>
                <a:ea typeface="Times New Roman"/>
                <a:cs typeface="Times New Roman"/>
                <a:sym typeface="Times New Roman"/>
              </a:rPr>
              <a:t>SALES BY REGION</a:t>
            </a:r>
            <a:endParaRPr b="1" sz="5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800">
                <a:latin typeface="Times New Roman"/>
                <a:ea typeface="Times New Roman"/>
                <a:cs typeface="Times New Roman"/>
                <a:sym typeface="Times New Roman"/>
              </a:rPr>
              <a:t>📌 North America has the        </a:t>
            </a:r>
            <a:endParaRPr i="1"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800">
                <a:latin typeface="Times New Roman"/>
                <a:ea typeface="Times New Roman"/>
                <a:cs typeface="Times New Roman"/>
                <a:sym typeface="Times New Roman"/>
              </a:rPr>
              <a:t>     highest purchase volume,         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800">
                <a:latin typeface="Times New Roman"/>
                <a:ea typeface="Times New Roman"/>
                <a:cs typeface="Times New Roman"/>
                <a:sym typeface="Times New Roman"/>
              </a:rPr>
              <a:t>    while Pacific shows</a:t>
            </a:r>
            <a:endParaRPr i="1"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800">
                <a:latin typeface="Times New Roman"/>
                <a:ea typeface="Times New Roman"/>
                <a:cs typeface="Times New Roman"/>
                <a:sym typeface="Times New Roman"/>
              </a:rPr>
              <a:t>    the highest buyer rate.</a:t>
            </a:r>
            <a:endParaRPr b="1" sz="5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7" name="Google Shape;477;p55" title="Chart"/>
          <p:cNvPicPr preferRelativeResize="0"/>
          <p:nvPr/>
        </p:nvPicPr>
        <p:blipFill rotWithShape="1">
          <a:blip r:embed="rId3">
            <a:alphaModFix/>
          </a:blip>
          <a:srcRect b="-9517" l="0" r="0" t="0"/>
          <a:stretch/>
        </p:blipFill>
        <p:spPr>
          <a:xfrm>
            <a:off x="3972825" y="978675"/>
            <a:ext cx="5071899" cy="348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9EEB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6"/>
          <p:cNvSpPr txBox="1"/>
          <p:nvPr>
            <p:ph idx="3" type="title"/>
          </p:nvPr>
        </p:nvSpPr>
        <p:spPr>
          <a:xfrm>
            <a:off x="0" y="-50"/>
            <a:ext cx="9189900" cy="5143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latin typeface="Times New Roman"/>
                <a:ea typeface="Times New Roman"/>
                <a:cs typeface="Times New Roman"/>
                <a:sym typeface="Times New Roman"/>
              </a:rPr>
              <a:t>OCCUPATION &amp; PURCHASE</a:t>
            </a:r>
            <a:endParaRPr b="1" sz="5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800">
                <a:latin typeface="Times New Roman"/>
                <a:ea typeface="Times New Roman"/>
                <a:cs typeface="Times New Roman"/>
                <a:sym typeface="Times New Roman"/>
              </a:rPr>
              <a:t>📌 Professionals purchase               </a:t>
            </a:r>
            <a:endParaRPr i="1"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i="1" lang="en" sz="2800">
                <a:latin typeface="Times New Roman"/>
                <a:ea typeface="Times New Roman"/>
                <a:cs typeface="Times New Roman"/>
                <a:sym typeface="Times New Roman"/>
              </a:rPr>
              <a:t>     the most bikes and also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800">
                <a:latin typeface="Times New Roman"/>
                <a:ea typeface="Times New Roman"/>
                <a:cs typeface="Times New Roman"/>
                <a:sym typeface="Times New Roman"/>
              </a:rPr>
              <a:t>    show the strongest conversion </a:t>
            </a:r>
            <a:endParaRPr i="1"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i="1" lang="en" sz="2800">
                <a:latin typeface="Times New Roman"/>
                <a:ea typeface="Times New Roman"/>
                <a:cs typeface="Times New Roman"/>
                <a:sym typeface="Times New Roman"/>
              </a:rPr>
              <a:t>    among occupation  </a:t>
            </a:r>
            <a:endParaRPr b="1" sz="5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3" name="Google Shape;483;p5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0100" y="940525"/>
            <a:ext cx="4223900" cy="39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9EEB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7"/>
          <p:cNvSpPr txBox="1"/>
          <p:nvPr>
            <p:ph idx="3" type="title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400">
                <a:latin typeface="Times New Roman"/>
                <a:ea typeface="Times New Roman"/>
                <a:cs typeface="Times New Roman"/>
                <a:sym typeface="Times New Roman"/>
              </a:rPr>
              <a:t>Key takeaways</a:t>
            </a:r>
            <a:endParaRPr b="1" sz="5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Buyer rate is 48.1% (481 purchases out of 1000).</a:t>
            </a:r>
            <a:endParaRPr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Buyers earn more on average than non-buyers (income influences purchase).</a:t>
            </a:r>
            <a:endParaRPr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North America leads purchase volume; Pacific has the strongest conversion.</a:t>
            </a:r>
            <a:endParaRPr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Professionals are the highest-converting occupation segment.</a:t>
            </a:r>
            <a:endParaRPr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</a:pPr>
            <a:r>
              <a:t/>
            </a:r>
            <a:endParaRPr b="1"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9EEB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8"/>
          <p:cNvSpPr txBox="1"/>
          <p:nvPr>
            <p:ph idx="3" type="title"/>
          </p:nvPr>
        </p:nvSpPr>
        <p:spPr>
          <a:xfrm>
            <a:off x="0" y="66625"/>
            <a:ext cx="9063600" cy="500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sz="5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latin typeface="Times New Roman"/>
                <a:ea typeface="Times New Roman"/>
                <a:cs typeface="Times New Roman"/>
                <a:sym typeface="Times New Roman"/>
              </a:rPr>
              <a:t>Recommended actions</a:t>
            </a:r>
            <a:endParaRPr b="1" sz="3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Regional segments with tailored offers.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•  Allocate campaigns to North America for volume, Pacific for    efficiency.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• Collect price/quantity to calculate true revenue and profit.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t/>
            </a:r>
            <a:endParaRPr b="1"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mode gradients">
  <a:themeElements>
    <a:clrScheme name="Simple Light">
      <a:dk1>
        <a:srgbClr val="FFFFFF"/>
      </a:dk1>
      <a:lt1>
        <a:srgbClr val="000000"/>
      </a:lt1>
      <a:dk2>
        <a:srgbClr val="FF6234"/>
      </a:dk2>
      <a:lt2>
        <a:srgbClr val="AB4FF6"/>
      </a:lt2>
      <a:accent1>
        <a:srgbClr val="202124"/>
      </a:accent1>
      <a:accent2>
        <a:srgbClr val="F7F2F1"/>
      </a:accent2>
      <a:accent3>
        <a:srgbClr val="BABCC2"/>
      </a:accent3>
      <a:accent4>
        <a:srgbClr val="FCE5CD"/>
      </a:accent4>
      <a:accent5>
        <a:srgbClr val="FF5F79"/>
      </a:accent5>
      <a:accent6>
        <a:srgbClr val="D20972"/>
      </a:accent6>
      <a:hlink>
        <a:srgbClr val="3C78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